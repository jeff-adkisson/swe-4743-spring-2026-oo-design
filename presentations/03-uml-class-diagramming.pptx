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1"/>
    <p:restoredTop sz="76803"/>
  </p:normalViewPr>
  <p:slideViewPr>
    <p:cSldViewPr snapToGrid="0">
      <p:cViewPr varScale="1">
        <p:scale>
          <a:sx n="83" d="100"/>
          <a:sy n="83" d="100"/>
        </p:scale>
        <p:origin x="182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33D4BE-7DE6-614E-92F9-C07E4CF9ED70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35B7D1-90A2-F241-899B-001A8E157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937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5F29-BBDD-A64F-BEAB-04D7D970F760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A560558E-0146-AB47-BDE1-06277B29590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800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5F29-BBDD-A64F-BEAB-04D7D970F760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0558E-0146-AB47-BDE1-06277B29590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839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5F29-BBDD-A64F-BEAB-04D7D970F760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0558E-0146-AB47-BDE1-06277B295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46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5F29-BBDD-A64F-BEAB-04D7D970F760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0558E-0146-AB47-BDE1-06277B29590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426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5F29-BBDD-A64F-BEAB-04D7D970F760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0558E-0146-AB47-BDE1-06277B295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4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5F29-BBDD-A64F-BEAB-04D7D970F760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0558E-0146-AB47-BDE1-06277B29590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871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5F29-BBDD-A64F-BEAB-04D7D970F760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0558E-0146-AB47-BDE1-06277B295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04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5F29-BBDD-A64F-BEAB-04D7D970F760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0558E-0146-AB47-BDE1-06277B295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0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5F29-BBDD-A64F-BEAB-04D7D970F760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0558E-0146-AB47-BDE1-06277B295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45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5F29-BBDD-A64F-BEAB-04D7D970F760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0558E-0146-AB47-BDE1-06277B295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04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5F29-BBDD-A64F-BEAB-04D7D970F760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0558E-0146-AB47-BDE1-06277B295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901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E8505F29-BBDD-A64F-BEAB-04D7D970F760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0558E-0146-AB47-BDE1-06277B295907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6630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16A56-FC6D-0F42-2183-396002732E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UML Class Diagramming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48AD9-5F11-E83E-2901-CCD38995B7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SWE 4743: </a:t>
            </a:r>
            <a:br>
              <a:rPr lang="en-US" dirty="0"/>
            </a:br>
            <a:r>
              <a:rPr lang="en-US" dirty="0"/>
              <a:t>Object-Oriented Design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Jeff Adkisson</a:t>
            </a:r>
          </a:p>
        </p:txBody>
      </p:sp>
    </p:spTree>
    <p:extLst>
      <p:ext uri="{BB962C8B-B14F-4D97-AF65-F5344CB8AC3E}">
        <p14:creationId xmlns:p14="http://schemas.microsoft.com/office/powerpoint/2010/main" val="1635244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3B444-07CC-772E-D188-E8B74FA49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E85BB5-706C-2FCA-0ADF-F6171C54EA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416" y="1445475"/>
            <a:ext cx="9085723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Concepts and Layout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the three-zone structure of a UML class box (Name, Members, and Methods) and basic annotations like interfaces and enumerations.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Defining Relationships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Exploring inheritance (is-a), interface realization, and dependencies to represent how classes interact and utilize one another.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Structural Connections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Distinguishing between long-lived associations and the lifetime-specific differences of aggregation (shared) versus composition (owned).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Constraints and Multiplicity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Implementing access modifiers and multiplicity rules in code to enforce structural design decisions.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Practical Application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practices for using Mermaid to create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AI-friendly diagrams that evolve alongside the codebase.</a:t>
            </a:r>
          </a:p>
        </p:txBody>
      </p:sp>
    </p:spTree>
    <p:extLst>
      <p:ext uri="{BB962C8B-B14F-4D97-AF65-F5344CB8AC3E}">
        <p14:creationId xmlns:p14="http://schemas.microsoft.com/office/powerpoint/2010/main" val="3800254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445EC-5B27-6C3B-E728-DF9CB6498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Material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03F46-698E-4FE1-8397-67C3B676A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See </a:t>
            </a:r>
            <a:r>
              <a:rPr lang="en-US" sz="2800" b="1" dirty="0"/>
              <a:t>03-uml-class-diagramming.md</a:t>
            </a:r>
            <a:r>
              <a:rPr lang="en-US" sz="2800" dirty="0"/>
              <a:t> in the Presentations folder.</a:t>
            </a:r>
          </a:p>
        </p:txBody>
      </p:sp>
    </p:spTree>
    <p:extLst>
      <p:ext uri="{BB962C8B-B14F-4D97-AF65-F5344CB8AC3E}">
        <p14:creationId xmlns:p14="http://schemas.microsoft.com/office/powerpoint/2010/main" val="5865693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227</TotalTime>
  <Words>142</Words>
  <Application>Microsoft Macintosh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MS Shell Dlg 2</vt:lpstr>
      <vt:lpstr>Wingdings</vt:lpstr>
      <vt:lpstr>Wingdings 3</vt:lpstr>
      <vt:lpstr>Madison</vt:lpstr>
      <vt:lpstr>UML Class Diagramming</vt:lpstr>
      <vt:lpstr>Agenda</vt:lpstr>
      <vt:lpstr>Lecture Material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 Adkisson</dc:creator>
  <cp:lastModifiedBy>Jeff Adkisson</cp:lastModifiedBy>
  <cp:revision>5</cp:revision>
  <dcterms:created xsi:type="dcterms:W3CDTF">2026-01-21T01:45:57Z</dcterms:created>
  <dcterms:modified xsi:type="dcterms:W3CDTF">2026-01-21T05:33:11Z</dcterms:modified>
</cp:coreProperties>
</file>