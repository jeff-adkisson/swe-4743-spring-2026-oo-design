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2"/>
    <p:restoredTop sz="94744"/>
  </p:normalViewPr>
  <p:slideViewPr>
    <p:cSldViewPr snapToGrid="0">
      <p:cViewPr varScale="1">
        <p:scale>
          <a:sx n="88" d="100"/>
          <a:sy n="88" d="100"/>
        </p:scale>
        <p:origin x="20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078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0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60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73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69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304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72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57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6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99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69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01557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81E1-8B12-78C1-8632-20AB0664E7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 Oriented Foundations Review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069A7-31C9-1E06-9A8D-21DD374628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KSU SWE 4743: </a:t>
            </a:r>
            <a:br>
              <a:rPr lang="en-US" dirty="0"/>
            </a:br>
            <a:r>
              <a:rPr lang="en-US" dirty="0"/>
              <a:t>Object-Oriented Design, Spring 2026</a:t>
            </a:r>
          </a:p>
          <a:p>
            <a:r>
              <a:rPr lang="en-US" dirty="0"/>
              <a:t>Jeff Adkisson</a:t>
            </a:r>
          </a:p>
        </p:txBody>
      </p:sp>
    </p:spTree>
    <p:extLst>
      <p:ext uri="{BB962C8B-B14F-4D97-AF65-F5344CB8AC3E}">
        <p14:creationId xmlns:p14="http://schemas.microsoft.com/office/powerpoint/2010/main" val="2080104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22F92-5BE1-01D1-3C0E-1418B274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F8346-56BC-C56C-F24E-FC1B6A8A9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Polymorphism, encapsulation, inheritance, interfaces</a:t>
            </a:r>
          </a:p>
          <a:p>
            <a:r>
              <a:rPr lang="en-US" dirty="0"/>
              <a:t>Access modifiers and visibility boundaries</a:t>
            </a:r>
          </a:p>
          <a:p>
            <a:r>
              <a:rPr lang="en-US" dirty="0"/>
              <a:t>Classes, fields, methods, properties</a:t>
            </a:r>
          </a:p>
          <a:p>
            <a:r>
              <a:rPr lang="en-US" dirty="0"/>
              <a:t>Primitive vs abstract types and early warning signs of primitive obsession</a:t>
            </a:r>
          </a:p>
          <a:p>
            <a:r>
              <a:rPr lang="en-US" dirty="0"/>
              <a:t>Namespaces, modules, and basic organizational structure</a:t>
            </a:r>
          </a:p>
        </p:txBody>
      </p:sp>
    </p:spTree>
    <p:extLst>
      <p:ext uri="{BB962C8B-B14F-4D97-AF65-F5344CB8AC3E}">
        <p14:creationId xmlns:p14="http://schemas.microsoft.com/office/powerpoint/2010/main" val="3074169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9</TotalTime>
  <Words>56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MS Shell Dlg 2</vt:lpstr>
      <vt:lpstr>Wingdings</vt:lpstr>
      <vt:lpstr>Wingdings 3</vt:lpstr>
      <vt:lpstr>Madison</vt:lpstr>
      <vt:lpstr>Object Oriented Foundations Review 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Adkisson</dc:creator>
  <cp:lastModifiedBy>Jeff Adkisson</cp:lastModifiedBy>
  <cp:revision>3</cp:revision>
  <dcterms:created xsi:type="dcterms:W3CDTF">2026-01-13T21:21:28Z</dcterms:created>
  <dcterms:modified xsi:type="dcterms:W3CDTF">2026-01-13T21:30:47Z</dcterms:modified>
</cp:coreProperties>
</file>