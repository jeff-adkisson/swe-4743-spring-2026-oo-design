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888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18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74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28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5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29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5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4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04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6A56-FC6D-0F42-2183-396002732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8856" y="3740727"/>
            <a:ext cx="4138550" cy="2268187"/>
          </a:xfrm>
        </p:spPr>
        <p:txBody>
          <a:bodyPr>
            <a:normAutofit fontScale="90000"/>
          </a:bodyPr>
          <a:lstStyle/>
          <a:p>
            <a:r>
              <a:rPr lang="en-US" dirty="0"/>
              <a:t>Open-Closed</a:t>
            </a:r>
            <a:br>
              <a:rPr lang="en-US" dirty="0"/>
            </a:br>
            <a:r>
              <a:rPr lang="en-US" dirty="0"/>
              <a:t>Principle (OCP) and the Decorator 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48AD9-5F11-E83E-2901-CCD38995B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SWE 4743: </a:t>
            </a:r>
            <a:br>
              <a:rPr lang="en-US" dirty="0"/>
            </a:br>
            <a:r>
              <a:rPr lang="en-US" dirty="0"/>
              <a:t>Object-Oriented Design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Jeff Adkisson</a:t>
            </a:r>
          </a:p>
        </p:txBody>
      </p:sp>
    </p:spTree>
    <p:extLst>
      <p:ext uri="{BB962C8B-B14F-4D97-AF65-F5344CB8AC3E}">
        <p14:creationId xmlns:p14="http://schemas.microsoft.com/office/powerpoint/2010/main" val="163524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Open–Closed Principle (OCP)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entities should be open for extension, closed for modification</a:t>
            </a:r>
          </a:p>
          <a:p>
            <a:pPr lvl="1"/>
            <a:r>
              <a:t>Goal: manage change safely, not avoid edits forever</a:t>
            </a:r>
          </a:p>
          <a:p>
            <a:pPr lvl="1"/>
            <a:r>
              <a:t>Built on Single Responsibility Principle (SRP)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OCP Depends on SRP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with multiple reasons to change cannot be closed</a:t>
            </a:r>
          </a:p>
          <a:p>
            <a:pPr lvl="1"/>
            <a:r>
              <a:t>SRP defines stable responsibilities</a:t>
            </a:r>
          </a:p>
          <a:p>
            <a:pPr lvl="1"/>
            <a:r>
              <a:t>OCP governs how those responsibilities evolve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OCP as Risk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 stable, trusted code</a:t>
            </a:r>
          </a:p>
          <a:p>
            <a:pPr lvl="1"/>
            <a:r>
              <a:t>Localize new behavior</a:t>
            </a:r>
          </a:p>
          <a:p>
            <a:pPr lvl="1"/>
            <a:r>
              <a:t>Reduce regression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SRP Violation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InvoiceService handles pricing, persistence, and email</a:t>
            </a:r>
          </a:p>
          <a:p>
            <a:pPr lvl="1"/>
            <a:r>
              <a:t>Multiple actors create competing change pressure</a:t>
            </a:r>
          </a:p>
          <a:p>
            <a:pPr lvl="1"/>
            <a:r>
              <a:t>Must decompose before OCP can apply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Progressive Evolution Toward OCP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simple when change is unlikely</a:t>
            </a:r>
          </a:p>
          <a:p>
            <a:pPr lvl="1"/>
            <a:r>
              <a:t>Refactor when change pressure appears</a:t>
            </a:r>
          </a:p>
          <a:p>
            <a:pPr lvl="1"/>
            <a:r>
              <a:t>Do not over-design on day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Signals for Strategy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if/else logic based on policy</a:t>
            </a:r>
          </a:p>
          <a:p>
            <a:pPr lvl="1"/>
            <a:r>
              <a:t>New rules repeatedly modify same method</a:t>
            </a:r>
          </a:p>
          <a:p>
            <a:pPr lvl="1"/>
            <a:r>
              <a:t>Algorithms vary independently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Disciplined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Abstraction should respond to variation</a:t>
            </a:r>
          </a:p>
          <a:p>
            <a:pPr lvl="1"/>
            <a:r>
              <a:t>Avoid predicting the future</a:t>
            </a:r>
          </a:p>
          <a:p>
            <a:pPr lvl="1"/>
            <a:r>
              <a:t>Over-abstraction increases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of Thumb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interface without variation</a:t>
            </a:r>
          </a:p>
          <a:p>
            <a:pPr lvl="1"/>
            <a:r>
              <a:t>Abstract after evidence, not before</a:t>
            </a:r>
          </a:p>
          <a:p>
            <a:pPr lvl="1"/>
            <a:r>
              <a:t>Watch conditionals that grow with business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Decorator?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behavior without modifying core logic</a:t>
            </a:r>
          </a:p>
          <a:p>
            <a:pPr lvl="1"/>
            <a:r>
              <a:t>Avoid combinatorial subclass explosion</a:t>
            </a:r>
          </a:p>
          <a:p>
            <a:pPr lvl="1"/>
            <a:r>
              <a:t>Supports OCP and SRP simultaneously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 Pattern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interface as component</a:t>
            </a:r>
          </a:p>
          <a:p>
            <a:pPr lvl="1"/>
            <a:r>
              <a:t>Wraps another component</a:t>
            </a:r>
          </a:p>
          <a:p>
            <a:pPr lvl="1"/>
            <a:r>
              <a:t>Adds behavior before or after delegation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Decorator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Logging</a:t>
            </a:r>
          </a:p>
          <a:p>
            <a:pPr lvl="1"/>
            <a:r>
              <a:t>Metrics</a:t>
            </a:r>
          </a:p>
          <a:p>
            <a:pPr lvl="1"/>
            <a:r>
              <a:t>Retries</a:t>
            </a:r>
          </a:p>
          <a:p>
            <a:pPr lvl="1"/>
            <a:r>
              <a:t>Cross-cutting concerns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Decorator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Extend behavior safely</a:t>
            </a:r>
          </a:p>
          <a:p>
            <a:pPr lvl="1"/>
            <a:r>
              <a:t>Compose behavior at runtime</a:t>
            </a:r>
          </a:p>
          <a:p>
            <a:pPr lvl="1"/>
            <a:r>
              <a:t>Keep core classes simple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OCP is earned through refactoring</a:t>
            </a:r>
          </a:p>
          <a:p>
            <a:pPr lvl="1"/>
            <a:r>
              <a:t>SRP enables OCP</a:t>
            </a:r>
          </a:p>
          <a:p>
            <a:pPr lvl="1"/>
            <a:r>
              <a:t>Strategy and Decorator isolate change</a:t>
            </a:r>
          </a:p>
          <a:p>
            <a:pPr lvl="1"/>
            <a:r>
              <a:t>Good design minimizes future pain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</TotalTime>
  <Words>269</Words>
  <Application>Microsoft Macintosh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Open-Closed Principle (OCP) and the Decorator Pattern</vt:lpstr>
      <vt:lpstr>Open–Closed Principle (OCP)</vt:lpstr>
      <vt:lpstr>OCP Depends on SRP</vt:lpstr>
      <vt:lpstr>OCP as Risk Containment</vt:lpstr>
      <vt:lpstr>SRP Violation Example</vt:lpstr>
      <vt:lpstr>Progressive Evolution Toward OCP</vt:lpstr>
      <vt:lpstr>Signals for Strategy Pattern</vt:lpstr>
      <vt:lpstr>Disciplined Abstraction</vt:lpstr>
      <vt:lpstr>Rules of Thumb</vt:lpstr>
      <vt:lpstr>Why Decorator?</vt:lpstr>
      <vt:lpstr>Decorator Pattern Structure</vt:lpstr>
      <vt:lpstr>Decorator Use Cases</vt:lpstr>
      <vt:lpstr>Benefits of Decorator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 Adkisson</cp:lastModifiedBy>
  <cp:revision>2</cp:revision>
  <dcterms:created xsi:type="dcterms:W3CDTF">2013-01-27T09:14:16Z</dcterms:created>
  <dcterms:modified xsi:type="dcterms:W3CDTF">2026-02-04T05:39:13Z</dcterms:modified>
  <cp:category/>
</cp:coreProperties>
</file>